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Retail Management &amp; Inventory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A complete Java full-stack solution for retail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64240" cy="1143000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713232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Manage products • purchases • sales • inventory •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1051560" cy="310896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17320"/>
            <a:ext cx="1371600" cy="310896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417320"/>
            <a:ext cx="502920" cy="310896"/>
          </a:xfrm>
          <a:prstGeom prst="round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78608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73152" cy="205740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2743200"/>
            <a:ext cx="438912" cy="438912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734056"/>
            <a:ext cx="256032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236976"/>
            <a:ext cx="3035808" cy="127101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Frontend: Angular</a:t>
            </a:r>
            <a:br/>
            <a:r>
              <a:t>Backend: Java + Spring Boot</a:t>
            </a:r>
            <a:br/>
            <a:r>
              <a:t>Database: MySQL</a:t>
            </a:r>
            <a:br/>
            <a:r>
              <a:t>Communication: REST APIs</a:t>
            </a:r>
            <a:br/>
            <a:r>
              <a:t>Security: JWT + Role-Based 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578608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2544" y="2578608"/>
            <a:ext cx="73152" cy="2057400"/>
          </a:xfrm>
          <a:prstGeom prst="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53712" y="2743200"/>
            <a:ext cx="438912" cy="438912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734056"/>
            <a:ext cx="2560319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Main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236976"/>
            <a:ext cx="3035808" cy="127101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One system to securely manage retail products, suppliers, purchases, sales, inventory and dashboard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578608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578608"/>
            <a:ext cx="73152" cy="205740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743200"/>
            <a:ext cx="438912" cy="438912"/>
          </a:xfrm>
          <a:prstGeom prst="round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734056"/>
            <a:ext cx="2560319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36976"/>
            <a:ext cx="3035808" cy="127101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Reduces manual work, keeps records centralized, updates stock automatically and makes operations easier to track.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2303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52303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52303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52303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52303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395728" y="5394960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4498848" y="5394960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601968" y="5394960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887968" y="5394960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Java Full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Problem, Users &amp;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How the application connects the user interface with the backend and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43000"/>
            <a:ext cx="73152" cy="192024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307592"/>
            <a:ext cx="438912" cy="438912"/>
          </a:xfrm>
          <a:prstGeom prst="round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298448"/>
            <a:ext cx="249631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2971800" cy="113385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Manual retail management can cause stock mistakes, duplicate records, slow searching and difficulty tracking purchases and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73552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273552"/>
            <a:ext cx="73152" cy="192024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438144"/>
            <a:ext cx="438912" cy="438912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429000"/>
            <a:ext cx="249631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Who Uses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31920"/>
            <a:ext cx="2971800" cy="113385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ADMIN</a:t>
            </a:r>
            <a:br/>
            <a:r>
              <a:t>Manages users, products, suppliers and overall records.</a:t>
            </a:r>
            <a:br/>
            <a:br/>
            <a:r>
              <a:t>STAFF / USER</a:t>
            </a:r>
            <a:br/>
            <a:r>
              <a:t>Performs permitted inventory, purchase and sales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43000"/>
            <a:ext cx="7315200" cy="40507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71600"/>
            <a:ext cx="621792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142037"/>
                </a:solidFill>
                <a:latin typeface="Aptos"/>
              </a:defRPr>
            </a:pPr>
            <a:r>
              <a:t>COMPLETE TECHNICAL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123444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850" b="0">
                <a:solidFill>
                  <a:srgbClr val="646F80"/>
                </a:solidFill>
                <a:latin typeface="Aptos"/>
              </a:defRPr>
            </a:pPr>
            <a:r>
              <a:t>Enter data / request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70448" y="2267712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25312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2788920"/>
            <a:ext cx="123444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850" b="0">
                <a:solidFill>
                  <a:srgbClr val="646F80"/>
                </a:solidFill>
                <a:latin typeface="Aptos"/>
              </a:defRPr>
            </a:pPr>
            <a:r>
              <a:t>UI + forms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23760" y="2267712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78624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2788920"/>
            <a:ext cx="123444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850" b="0">
                <a:solidFill>
                  <a:srgbClr val="646F80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77072" y="2267712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31936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2788920"/>
            <a:ext cx="123444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850" b="0">
                <a:solidFill>
                  <a:srgbClr val="646F80"/>
                </a:solidFill>
                <a:latin typeface="Aptos"/>
              </a:defRPr>
            </a:pPr>
            <a:r>
              <a:t>Validate + business logic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30384" y="2267712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85248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788920"/>
            <a:ext cx="123444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850" b="0">
                <a:solidFill>
                  <a:srgbClr val="646F80"/>
                </a:solidFill>
                <a:latin typeface="Aptos"/>
              </a:defRPr>
            </a:pPr>
            <a:r>
              <a:t>Store / retrieve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767328"/>
            <a:ext cx="6583680" cy="96012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100" b="1">
                <a:solidFill>
                  <a:srgbClr val="142037"/>
                </a:solidFill>
                <a:latin typeface="Aptos"/>
              </a:defRPr>
            </a:pPr>
            <a:r>
              <a:t>Backend validates the request, applies business logic and sends the result back to Angular.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Java Full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Login, JWT Security &amp;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Authentication controls who can enter and authorization controls what they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43000"/>
            <a:ext cx="73152" cy="205740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307592"/>
            <a:ext cx="438912" cy="438912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298448"/>
            <a:ext cx="432511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Login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4800600" cy="127101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1  User enters email/username + password</a:t>
            </a:r>
            <a:br/>
            <a:r>
              <a:t>2  Angular sends login request</a:t>
            </a:r>
            <a:br/>
            <a:r>
              <a:t>3  Spring Boot validates credentials</a:t>
            </a:r>
            <a:br/>
            <a:r>
              <a:t>4  JWT token is generated</a:t>
            </a:r>
            <a:br/>
            <a:r>
              <a:t>5  Angular stores token</a:t>
            </a:r>
            <a:br/>
            <a:r>
              <a:t>6  Protected APIs can be accessed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01568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401568"/>
            <a:ext cx="73152" cy="1874519"/>
          </a:xfrm>
          <a:prstGeom prst="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557016"/>
            <a:ext cx="432511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JWT &amp; Role-Based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59936"/>
            <a:ext cx="4800600" cy="108813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JWT proves the user is authenticated. The backend checks the token and user role before allowing protected operations. Different roles receive different permissions.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143000"/>
            <a:ext cx="548640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71600"/>
            <a:ext cx="475488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142037"/>
                </a:solidFill>
                <a:latin typeface="Aptos"/>
              </a:defRPr>
            </a:pPr>
            <a:r>
              <a:t>API STATUS &amp;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874519"/>
            <a:ext cx="640080" cy="310896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1892807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874519"/>
            <a:ext cx="640080" cy="310896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92807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Created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2532887"/>
            <a:ext cx="640080" cy="310896"/>
          </a:xfrm>
          <a:prstGeom prst="round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551175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Invalid request/data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4544" y="2532887"/>
            <a:ext cx="640080" cy="310896"/>
          </a:xfrm>
          <a:prstGeom prst="round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401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2551175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Authentication required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3191256"/>
            <a:ext cx="640080" cy="310896"/>
          </a:xfrm>
          <a:prstGeom prst="roundRect">
            <a:avLst/>
          </a:prstGeom>
          <a:solidFill>
            <a:srgbClr val="7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403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09544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Authenticated but not allowed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4544" y="3191256"/>
            <a:ext cx="640080" cy="310896"/>
          </a:xfrm>
          <a:prstGeom prst="roundRect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404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3209544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Resource not found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3849624"/>
            <a:ext cx="640080" cy="310896"/>
          </a:xfrm>
          <a:prstGeom prst="round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867911"/>
            <a:ext cx="16916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19" b="0">
                <a:solidFill>
                  <a:srgbClr val="2D3544"/>
                </a:solidFill>
                <a:latin typeface="Aptos"/>
              </a:defRPr>
            </a:pPr>
            <a:r>
              <a:t>Server-side error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4498848"/>
            <a:ext cx="4846320" cy="530352"/>
          </a:xfrm>
          <a:prstGeom prst="roundRect">
            <a:avLst/>
          </a:prstGeom>
          <a:solidFill>
            <a:srgbClr val="E7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950" b="1">
                <a:solidFill>
                  <a:srgbClr val="2A9169"/>
                </a:solidFill>
                <a:latin typeface="Aptos"/>
              </a:defRPr>
            </a:pPr>
            <a:r>
              <a:t>Protected endpoints + secure password handling + role authorization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Java Full Stack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Product &amp; Inventory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Products are stored in MySQL and stock changes automatically through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43000"/>
            <a:ext cx="73152" cy="1874519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307592"/>
            <a:ext cx="438912" cy="438912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298448"/>
            <a:ext cx="245059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Product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2926080" cy="108813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Admin/staff can add, update, view and manage product information through Angular forms and REST APIs.</a:t>
            </a:r>
            <a:br/>
            <a:br/>
            <a:r>
              <a:t>Product records are stored in MySQL.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6120"/>
            <a:ext cx="338328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246120"/>
            <a:ext cx="73152" cy="1938528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410712"/>
            <a:ext cx="438912" cy="438912"/>
          </a:xfrm>
          <a:prstGeom prst="round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401568"/>
            <a:ext cx="245059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Stock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04487"/>
            <a:ext cx="2926080" cy="1152144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Before a sale, the backend checks available stock.</a:t>
            </a:r>
            <a:br/>
            <a:br/>
            <a:r>
              <a:t>Enough stock → sale saved + stock decreases.</a:t>
            </a:r>
            <a:br/>
            <a:r>
              <a:t>Insufficient stock → request rejected.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143000"/>
            <a:ext cx="736092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71600"/>
            <a:ext cx="63093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142037"/>
                </a:solidFill>
                <a:latin typeface="Aptos"/>
              </a:defRPr>
            </a:pPr>
            <a:r>
              <a:t>INVENTORY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116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PRODUCT</a:t>
            </a:r>
            <a:br/>
            <a:r>
              <a:t>CREATED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99632" y="2212848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56832" y="20116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STOCK</a:t>
            </a:r>
            <a:br/>
            <a:r>
              <a:t>STORED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84464" y="2212848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41664" y="20116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PURCHASE</a:t>
            </a:r>
            <a:br/>
            <a:r>
              <a:t>+ STOCK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429000"/>
            <a:ext cx="1645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SALE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24927" y="3630168"/>
            <a:ext cx="384048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82127" y="3429000"/>
            <a:ext cx="187451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STOCK DECREASES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370832"/>
            <a:ext cx="6217920" cy="502920"/>
          </a:xfrm>
          <a:prstGeom prst="roundRect">
            <a:avLst/>
          </a:prstGeom>
          <a:solidFill>
            <a:srgbClr val="FC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950" b="1">
                <a:solidFill>
                  <a:srgbClr val="E08431"/>
                </a:solidFill>
                <a:latin typeface="Aptos"/>
              </a:defRPr>
            </a:pPr>
            <a:r>
              <a:t>Current stock remains available for viewing and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Java Full Stack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Purchase &amp; Sales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Every transaction is processed by the backend and persisted in MySQL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43000"/>
            <a:ext cx="73152" cy="2011680"/>
          </a:xfrm>
          <a:prstGeom prst="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307592"/>
            <a:ext cx="438912" cy="438912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298448"/>
            <a:ext cx="446227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Purchase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4937760" cy="122529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Supplier → Purchase Form → POST Purchase API → Spring Boot validates data → Purchase saved in MySQL → Stock INCREASES.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01568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401568"/>
            <a:ext cx="73152" cy="201168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557016"/>
            <a:ext cx="4462272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Sales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59936"/>
            <a:ext cx="4937760" cy="122529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Customer → Sales Form → POST Sale API → Check Available Stock → Sale saved in MySQL → Stock DECREASES.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143000"/>
            <a:ext cx="5303520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371600"/>
            <a:ext cx="466344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142037"/>
                </a:solidFill>
                <a:latin typeface="Aptos"/>
              </a:defRPr>
            </a:pPr>
            <a:r>
              <a:t>REST API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901952"/>
            <a:ext cx="822960" cy="310896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911095"/>
            <a:ext cx="3383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1">
                <a:solidFill>
                  <a:srgbClr val="2D3544"/>
                </a:solidFill>
                <a:latin typeface="Aptos"/>
              </a:defRPr>
            </a:pPr>
            <a:r>
              <a:t>Read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587752"/>
            <a:ext cx="822960" cy="310896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596896"/>
            <a:ext cx="3383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1">
                <a:solidFill>
                  <a:srgbClr val="2D3544"/>
                </a:solidFill>
                <a:latin typeface="Aptos"/>
              </a:defRPr>
            </a:pPr>
            <a:r>
              <a:t>Create transaction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273552"/>
            <a:ext cx="822960" cy="310896"/>
          </a:xfrm>
          <a:prstGeom prst="round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3282696"/>
            <a:ext cx="3383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1">
                <a:solidFill>
                  <a:srgbClr val="2D3544"/>
                </a:solidFill>
                <a:latin typeface="Aptos"/>
              </a:defRPr>
            </a:pPr>
            <a:r>
              <a:t>Business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3959352"/>
            <a:ext cx="822960" cy="310896"/>
          </a:xfrm>
          <a:prstGeom prst="roundRect">
            <a:avLst/>
          </a:prstGeom>
          <a:solidFill>
            <a:srgbClr val="7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968496"/>
            <a:ext cx="3383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1">
                <a:solidFill>
                  <a:srgbClr val="2D3544"/>
                </a:solidFill>
                <a:latin typeface="Aptos"/>
              </a:defRPr>
            </a:pPr>
            <a:r>
              <a:t>Response to Angular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4617720"/>
            <a:ext cx="4526280" cy="502920"/>
          </a:xfrm>
          <a:prstGeom prst="roundRect">
            <a:avLst/>
          </a:prstGeom>
          <a:solidFill>
            <a:srgbClr val="E7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950" b="1">
                <a:solidFill>
                  <a:srgbClr val="2A9169"/>
                </a:solidFill>
                <a:latin typeface="Aptos"/>
              </a:defRPr>
            </a:pPr>
            <a:r>
              <a:t>Automatic stock update = fewer manual calculations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Java Full Stack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04672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2500" b="1">
                <a:solidFill>
                  <a:srgbClr val="142037"/>
                </a:solidFill>
                <a:latin typeface="Aptos Display"/>
              </a:defRPr>
            </a:pPr>
            <a:r>
              <a:t>Dashboard, Complete Flow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49808"/>
            <a:ext cx="10789920" cy="34747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50" b="0">
                <a:solidFill>
                  <a:srgbClr val="646F80"/>
                </a:solidFill>
                <a:latin typeface="Aptos"/>
              </a:defRPr>
            </a:pPr>
            <a:r>
              <a:t>A concise explanation you can use directly during your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256032"/>
            <a:ext cx="685800" cy="310896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97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01952" y="1325880"/>
            <a:ext cx="365760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3432" y="114300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AUTHENTICATE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67912" y="1325880"/>
            <a:ext cx="365760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143000"/>
            <a:ext cx="1188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05272" y="1325880"/>
            <a:ext cx="365760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6752" y="1143000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PRODUCT / SUPPLIER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4112" y="1325880"/>
            <a:ext cx="365760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65592" y="1143000"/>
            <a:ext cx="1051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PURCHASE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36024" y="1325880"/>
            <a:ext cx="365760" cy="256032"/>
          </a:xfrm>
          <a:prstGeom prst="rightArrow">
            <a:avLst/>
          </a:prstGeom>
          <a:solidFill>
            <a:srgbClr val="64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47504" y="1143000"/>
            <a:ext cx="1051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050" b="1">
                <a:solidFill>
                  <a:srgbClr val="142037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0574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057400"/>
            <a:ext cx="73152" cy="1874519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" y="2221992"/>
            <a:ext cx="438912" cy="438912"/>
          </a:xfrm>
          <a:prstGeom prst="round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2212848"/>
            <a:ext cx="256032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Dashboard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715768"/>
            <a:ext cx="3035808" cy="108813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User logs in → JWT authentication → role is checked → dashboard opens → user sees permitted information and actions.</a:t>
            </a:r>
            <a:br/>
            <a:br/>
            <a:r>
              <a:t>Dashboard can summarize products, stock, purchases and sales.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20574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2544" y="2057400"/>
            <a:ext cx="73152" cy="1874519"/>
          </a:xfrm>
          <a:prstGeom prst="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3712" y="2221992"/>
            <a:ext cx="438912" cy="438912"/>
          </a:xfrm>
          <a:prstGeom prst="roundRect">
            <a:avLst/>
          </a:prstGeom>
          <a:solidFill>
            <a:srgbClr val="2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212848"/>
            <a:ext cx="2560319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Viva 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2715768"/>
            <a:ext cx="3035808" cy="108813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“This is a Java full-stack retail management system. Angular is the frontend, Spring Boot provides REST APIs and business logic, MySQL stores data, and JWT provides authentication with role-based authorization.”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057400"/>
            <a:ext cx="34930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057400"/>
            <a:ext cx="73152" cy="1874519"/>
          </a:xfrm>
          <a:prstGeom prst="rect">
            <a:avLst/>
          </a:prstGeom>
          <a:solidFill>
            <a:srgbClr val="7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8" y="2221992"/>
            <a:ext cx="438912" cy="438912"/>
          </a:xfrm>
          <a:prstGeom prst="roundRect">
            <a:avLst/>
          </a:prstGeom>
          <a:solidFill>
            <a:srgbClr val="7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212848"/>
            <a:ext cx="2560319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142037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715768"/>
            <a:ext cx="3035808" cy="1088136"/>
          </a:xfrm>
          <a:prstGeom prst="rect">
            <a:avLst/>
          </a:prstGeom>
          <a:noFill/>
        </p:spPr>
        <p:txBody>
          <a:bodyPr wrap="square" lIns="73152" rIns="73152" tIns="27432" bIns="27432"/>
          <a:lstStyle/>
          <a:p>
            <a:pPr algn="l">
              <a:defRPr sz="1040" b="0">
                <a:solidFill>
                  <a:srgbClr val="2D3544"/>
                </a:solidFill>
                <a:latin typeface="Aptos"/>
              </a:defRPr>
            </a:pPr>
            <a:r>
              <a:t>Online payment integration</a:t>
            </a:r>
            <a:br/>
            <a:r>
              <a:t>Barcode scanning</a:t>
            </a:r>
            <a:br/>
            <a:r>
              <a:t>Low-stock notifications</a:t>
            </a:r>
            <a:br/>
            <a:r>
              <a:t>Advanced reports / analytics</a:t>
            </a:r>
            <a:br/>
            <a:r>
              <a:t>Cloud deployment</a:t>
            </a:r>
            <a:br/>
            <a:r>
              <a:t>Mobile application &amp; integrations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224528"/>
            <a:ext cx="11064240" cy="1097280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LOGIN  →  DASHBOARD  →  MANAGE PRODUCTS  →  PURCHASE  →  STOCK ↑  →  SALES  →  STOCK ↓  →  REPORTS /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565392"/>
            <a:ext cx="64008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50" b="0">
                <a:solidFill>
                  <a:srgbClr val="646F80"/>
                </a:solidFill>
                <a:latin typeface="Aptos"/>
              </a:defRPr>
            </a:pPr>
            <a:r>
              <a:t>Retail Management • Final Project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